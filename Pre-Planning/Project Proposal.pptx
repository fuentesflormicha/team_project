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35e2d041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35e2d041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303fafa90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303fafa90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303fafa90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303fafa90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303fafa90_0_1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303fafa90_0_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368a21ef2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368a21ef2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368a21ef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368a21ef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368a21ef2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368a21ef2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303fafa90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303fafa90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5e2d04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35e2d04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ato"/>
              <a:buChar char="-"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Chat with friends in a call system designed to run while gaming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ato"/>
              <a:buChar char="-"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Experience interactive apps like shareable whiteboards, puzzles, and minigames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ato"/>
              <a:buChar char="-"/>
            </a:pPr>
            <a:r>
              <a:rPr lang="en" sz="16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Clip your funniest, worst, or stupidest moments together</a:t>
            </a:r>
            <a:endParaRPr sz="16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35e2d041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35e2d041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9450" y="1322450"/>
            <a:ext cx="37608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EzPlay</a:t>
            </a:r>
            <a:endParaRPr sz="6600"/>
          </a:p>
        </p:txBody>
      </p:sp>
      <p:sp>
        <p:nvSpPr>
          <p:cNvPr id="87" name="Google Shape;87;p13"/>
          <p:cNvSpPr/>
          <p:nvPr/>
        </p:nvSpPr>
        <p:spPr>
          <a:xfrm rot="1345656">
            <a:off x="5125641" y="-478107"/>
            <a:ext cx="5240153" cy="6901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551000" y="3126875"/>
            <a:ext cx="251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the Bug Slayers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844950" y="3619475"/>
            <a:ext cx="393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Christopher Ledford, Michael Fuentes, and Emirhan Tektas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The General Idea</a:t>
            </a:r>
            <a:endParaRPr sz="2740"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1192100" y="2095525"/>
            <a:ext cx="3924300" cy="1877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All-in-One gaming platform</a:t>
            </a:r>
            <a:endParaRPr sz="1800"/>
          </a:p>
          <a:p>
            <a:pPr indent="-3429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Optimization is the main goal</a:t>
            </a:r>
            <a:endParaRPr sz="1800"/>
          </a:p>
          <a:p>
            <a:pPr indent="-3429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</a:t>
            </a:r>
            <a:r>
              <a:rPr lang="en" sz="1800"/>
              <a:t>ocused on gaming with friends</a:t>
            </a:r>
            <a:endParaRPr sz="1800"/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6" name="Google Shape;96;p14" title="integration-icon-style-free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976" y="1224201"/>
            <a:ext cx="3192826" cy="31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21000" y="0"/>
            <a:ext cx="146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F</a:t>
            </a:r>
            <a:endParaRPr b="1"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it Different?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80016">
            <a:off x="454687" y="2168011"/>
            <a:ext cx="2341957" cy="234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04682">
            <a:off x="3370177" y="2487241"/>
            <a:ext cx="1941208" cy="1941208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98583">
            <a:off x="6197323" y="2386915"/>
            <a:ext cx="2141854" cy="214185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6" name="Google Shape;106;p15" title="GeForce_Now_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47371">
            <a:off x="5170325" y="1064350"/>
            <a:ext cx="2960349" cy="7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21000" y="0"/>
            <a:ext cx="146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F</a:t>
            </a:r>
            <a:endParaRPr b="1"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1086050" y="1588175"/>
            <a:ext cx="4230300" cy="27600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Deals Tracker</a:t>
            </a:r>
            <a:endParaRPr b="1"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ato"/>
              <a:buChar char="-"/>
            </a:pPr>
            <a:r>
              <a:rPr lang="en"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View the best deals across various storefronts</a:t>
            </a:r>
            <a:endParaRPr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ato"/>
              <a:buChar char="-"/>
            </a:pPr>
            <a:r>
              <a:rPr lang="en"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 aware of current and upcoming promotions</a:t>
            </a:r>
            <a:endParaRPr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729450" y="62405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/>
              <a:t>Differentiating Features</a:t>
            </a:r>
            <a:endParaRPr sz="3140"/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400" y="1743775"/>
            <a:ext cx="3110400" cy="22726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16"/>
          <p:cNvSpPr txBox="1"/>
          <p:nvPr/>
        </p:nvSpPr>
        <p:spPr>
          <a:xfrm>
            <a:off x="121000" y="0"/>
            <a:ext cx="146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F</a:t>
            </a:r>
            <a:endParaRPr b="1"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 title="New Project (3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949" y="883255"/>
            <a:ext cx="7248099" cy="40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>
            <p:ph type="title"/>
          </p:nvPr>
        </p:nvSpPr>
        <p:spPr>
          <a:xfrm>
            <a:off x="729450" y="62405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/>
              <a:t>Differentiating Features</a:t>
            </a:r>
            <a:endParaRPr sz="3140"/>
          </a:p>
        </p:txBody>
      </p:sp>
      <p:sp>
        <p:nvSpPr>
          <p:cNvPr id="122" name="Google Shape;122;p17"/>
          <p:cNvSpPr txBox="1"/>
          <p:nvPr/>
        </p:nvSpPr>
        <p:spPr>
          <a:xfrm>
            <a:off x="121000" y="0"/>
            <a:ext cx="146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F</a:t>
            </a:r>
            <a:endParaRPr b="1"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1086050" y="1588175"/>
            <a:ext cx="4230300" cy="266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Lightweight Installation</a:t>
            </a:r>
            <a:endParaRPr b="1"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ato"/>
              <a:buChar char="-"/>
            </a:pPr>
            <a:r>
              <a:rPr lang="en"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Minimize and limit RAM/CPU usage</a:t>
            </a:r>
            <a:endParaRPr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ato"/>
              <a:buChar char="-"/>
            </a:pPr>
            <a:r>
              <a:rPr lang="en"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Pick and choose what features to install</a:t>
            </a:r>
            <a:endParaRPr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8"/>
          <p:cNvSpPr txBox="1"/>
          <p:nvPr>
            <p:ph type="title"/>
          </p:nvPr>
        </p:nvSpPr>
        <p:spPr>
          <a:xfrm>
            <a:off x="729450" y="62405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/>
              <a:t>Differentiating Features</a:t>
            </a:r>
            <a:endParaRPr sz="3140"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7000" y="2366809"/>
            <a:ext cx="1822491" cy="1822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516689">
            <a:off x="5947700" y="1078800"/>
            <a:ext cx="1822500" cy="18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121000" y="0"/>
            <a:ext cx="146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F</a:t>
            </a:r>
            <a:endParaRPr b="1"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850" y="1292550"/>
            <a:ext cx="4684925" cy="26352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19"/>
          <p:cNvPicPr preferRelativeResize="0"/>
          <p:nvPr/>
        </p:nvPicPr>
        <p:blipFill rotWithShape="1">
          <a:blip r:embed="rId4">
            <a:alphaModFix/>
          </a:blip>
          <a:srcRect b="0" l="62266" r="0" t="0"/>
          <a:stretch/>
        </p:blipFill>
        <p:spPr>
          <a:xfrm>
            <a:off x="2661150" y="3621400"/>
            <a:ext cx="2891675" cy="86015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74127" t="0"/>
          <a:stretch/>
        </p:blipFill>
        <p:spPr>
          <a:xfrm>
            <a:off x="1245450" y="3621400"/>
            <a:ext cx="1982650" cy="86015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19"/>
          <p:cNvSpPr txBox="1"/>
          <p:nvPr>
            <p:ph type="title"/>
          </p:nvPr>
        </p:nvSpPr>
        <p:spPr>
          <a:xfrm>
            <a:off x="729450" y="62405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/>
              <a:t>Differentiating Features</a:t>
            </a:r>
            <a:endParaRPr sz="3140"/>
          </a:p>
        </p:txBody>
      </p:sp>
      <p:sp>
        <p:nvSpPr>
          <p:cNvPr id="140" name="Google Shape;140;p19"/>
          <p:cNvSpPr txBox="1"/>
          <p:nvPr/>
        </p:nvSpPr>
        <p:spPr>
          <a:xfrm>
            <a:off x="121000" y="0"/>
            <a:ext cx="146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F</a:t>
            </a:r>
            <a:endParaRPr b="1"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729450" y="62405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/>
              <a:t>Differentiating Features</a:t>
            </a:r>
            <a:endParaRPr sz="3140"/>
          </a:p>
        </p:txBody>
      </p:sp>
      <p:sp>
        <p:nvSpPr>
          <p:cNvPr id="146" name="Google Shape;146;p20"/>
          <p:cNvSpPr txBox="1"/>
          <p:nvPr/>
        </p:nvSpPr>
        <p:spPr>
          <a:xfrm>
            <a:off x="209725" y="1615300"/>
            <a:ext cx="5453700" cy="3347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Hybrid Gaming Model</a:t>
            </a:r>
            <a:endParaRPr b="1"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-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Play games locally for </a:t>
            </a:r>
            <a:r>
              <a:rPr b="1"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Best Performance!</a:t>
            </a:r>
            <a:endParaRPr b="1"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-"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Or use cloud gaming when installation is not possible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-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Multiplayer is available for cloud gaming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425" y="873927"/>
            <a:ext cx="2248850" cy="224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139" y="2634387"/>
            <a:ext cx="2111448" cy="211144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121000" y="0"/>
            <a:ext cx="146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F</a:t>
            </a:r>
            <a:endParaRPr b="1"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729450" y="624058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40"/>
              <a:t>Differentiating Features</a:t>
            </a:r>
            <a:endParaRPr sz="3140"/>
          </a:p>
        </p:txBody>
      </p:sp>
      <p:sp>
        <p:nvSpPr>
          <p:cNvPr id="155" name="Google Shape;155;p21"/>
          <p:cNvSpPr txBox="1"/>
          <p:nvPr/>
        </p:nvSpPr>
        <p:spPr>
          <a:xfrm>
            <a:off x="1086050" y="1588175"/>
            <a:ext cx="3590700" cy="293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Engage With Friends</a:t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Chat with friends in a call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Experience interactive apps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Clip your favorite moments together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5425" y="1016375"/>
            <a:ext cx="2410175" cy="2410175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87875" y="3267650"/>
            <a:ext cx="2735200" cy="1367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21"/>
          <p:cNvSpPr txBox="1"/>
          <p:nvPr/>
        </p:nvSpPr>
        <p:spPr>
          <a:xfrm>
            <a:off x="121000" y="0"/>
            <a:ext cx="146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F</a:t>
            </a:r>
            <a:endParaRPr b="1"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Support</a:t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 rot="-459879">
            <a:off x="-94841" y="4224583"/>
            <a:ext cx="9411082" cy="15320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4797725" y="4443300"/>
            <a:ext cx="39333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–     The Bug Slayers Team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